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92C5A4-2918-4447-BEB9-9DADAE42621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9048C-868D-4428-B726-16EE33B94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561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9048C-868D-4428-B726-16EE33B9402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2452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0">
                      <a:schemeClr val="tx1"/>
                    </a:gs>
                    <a:gs pos="68000">
                      <a:srgbClr val="F1F1F1"/>
                    </a:gs>
                    <a:gs pos="100000">
                      <a:schemeClr val="bg1">
                        <a:lumMod val="11000"/>
                        <a:lumOff val="89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defRPr>
            </a:lvl1pPr>
          </a:lstStyle>
          <a:p>
            <a:pPr lvl="0" algn="r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</a:lstStyle>
          <a:p>
            <a:pPr marL="0" lvl="0" indent="0" algn="r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9F30-94DD-4C29-A459-0F78D56C8A85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30EAD-5D5D-4653-9979-4CC2B4CFE4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6823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9F30-94DD-4C29-A459-0F78D56C8A85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30EAD-5D5D-4653-9979-4CC2B4CFE4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170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32000"/>
                        <a:lumOff val="68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9F30-94DD-4C29-A459-0F78D56C8A85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30EAD-5D5D-4653-9979-4CC2B4CFE4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067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9F30-94DD-4C29-A459-0F78D56C8A85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30EAD-5D5D-4653-9979-4CC2B4CFE4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7042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9F30-94DD-4C29-A459-0F78D56C8A85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30EAD-5D5D-4653-9979-4CC2B4CFE4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3448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9F30-94DD-4C29-A459-0F78D56C8A85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30EAD-5D5D-4653-9979-4CC2B4CFE4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635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9F30-94DD-4C29-A459-0F78D56C8A85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30EAD-5D5D-4653-9979-4CC2B4CFE4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915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9F30-94DD-4C29-A459-0F78D56C8A85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30EAD-5D5D-4653-9979-4CC2B4CFE4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3319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9F30-94DD-4C29-A459-0F78D56C8A85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30EAD-5D5D-4653-9979-4CC2B4CFE4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9070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9F30-94DD-4C29-A459-0F78D56C8A85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30EAD-5D5D-4653-9979-4CC2B4CFE4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571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9F30-94DD-4C29-A459-0F78D56C8A85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30EAD-5D5D-4653-9979-4CC2B4CFE4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8543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9F30-94DD-4C29-A459-0F78D56C8A85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30EAD-5D5D-4653-9979-4CC2B4CFE4AC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742499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9F30-94DD-4C29-A459-0F78D56C8A85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30EAD-5D5D-4653-9979-4CC2B4CFE4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1889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9F30-94DD-4C29-A459-0F78D56C8A85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30EAD-5D5D-4653-9979-4CC2B4CFE4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7069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9F30-94DD-4C29-A459-0F78D56C8A85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30EAD-5D5D-4653-9979-4CC2B4CFE4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20373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9F30-94DD-4C29-A459-0F78D56C8A85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30EAD-5D5D-4653-9979-4CC2B4CFE4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122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9F30-94DD-4C29-A459-0F78D56C8A85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30EAD-5D5D-4653-9979-4CC2B4CFE4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119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26A09F30-94DD-4C29-A459-0F78D56C8A85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21D30EAD-5D5D-4653-9979-4CC2B4CFE4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9375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A3E67-BD75-FEAA-064C-3A3C5996F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1600" y="2608255"/>
            <a:ext cx="9281160" cy="1641490"/>
          </a:xfrm>
        </p:spPr>
        <p:txBody>
          <a:bodyPr>
            <a:normAutofit/>
          </a:bodyPr>
          <a:lstStyle/>
          <a:p>
            <a:r>
              <a:rPr lang="en-IN" sz="6600" b="1" dirty="0"/>
              <a:t>Final portfolio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D38916-6FD3-14DD-AEDD-7BB6C465EE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83119" y="1639947"/>
            <a:ext cx="4526279" cy="754025"/>
          </a:xfrm>
        </p:spPr>
        <p:txBody>
          <a:bodyPr/>
          <a:lstStyle/>
          <a:p>
            <a:r>
              <a:rPr lang="en-IN" dirty="0"/>
              <a:t>Data Analyst Internship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D0C9D6-396C-9441-CBAD-F4CC273A9EE4}"/>
              </a:ext>
            </a:extLst>
          </p:cNvPr>
          <p:cNvSpPr txBox="1"/>
          <p:nvPr/>
        </p:nvSpPr>
        <p:spPr>
          <a:xfrm>
            <a:off x="182880" y="4657381"/>
            <a:ext cx="51511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Name: Thalluri Ramakrishna</a:t>
            </a:r>
          </a:p>
          <a:p>
            <a:r>
              <a:rPr lang="en-US" dirty="0"/>
              <a:t>Role: Data Analyst Intern</a:t>
            </a:r>
          </a:p>
          <a:p>
            <a:r>
              <a:rPr lang="en-US" dirty="0"/>
              <a:t>Tools Used: Python, Excel, Power BI, SQL</a:t>
            </a:r>
          </a:p>
          <a:p>
            <a:r>
              <a:rPr lang="en-US" dirty="0"/>
              <a:t>Duration: Internship Program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7031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8EAD7-251B-3509-D6F5-DFE67BD98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Internship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9DFAB-25B2-2B9B-62F0-7C3B35554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761" y="1825625"/>
            <a:ext cx="11117290" cy="435133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This internship was designed to provide practical exposure to </a:t>
            </a:r>
            <a:r>
              <a:rPr lang="en-US" b="1" dirty="0"/>
              <a:t>data analytics workflows and analytical problem-solving techniques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 internship involved a series of structured tasks that focused on analyzing a dataset, identifying patterns, and presenting insights using visualization and statistical methods.</a:t>
            </a:r>
          </a:p>
          <a:p>
            <a:endParaRPr lang="en-US" dirty="0"/>
          </a:p>
          <a:p>
            <a:r>
              <a:rPr lang="en-US" dirty="0"/>
              <a:t>The key activities performed during this internship include:</a:t>
            </a:r>
          </a:p>
          <a:p>
            <a:r>
              <a:rPr lang="en-US" dirty="0"/>
              <a:t>• Data collection and preparation</a:t>
            </a:r>
            <a:br>
              <a:rPr lang="en-US" dirty="0"/>
            </a:br>
            <a:r>
              <a:rPr lang="en-US" dirty="0"/>
              <a:t>• Data cleaning and preprocessing</a:t>
            </a:r>
            <a:br>
              <a:rPr lang="en-US" dirty="0"/>
            </a:br>
            <a:r>
              <a:rPr lang="en-US" dirty="0"/>
              <a:t>• Exploratory data analysis (EDA)</a:t>
            </a:r>
            <a:br>
              <a:rPr lang="en-US" dirty="0"/>
            </a:br>
            <a:r>
              <a:rPr lang="en-US" dirty="0"/>
              <a:t>• Data visualization and dashboard creation</a:t>
            </a:r>
            <a:br>
              <a:rPr lang="en-US" dirty="0"/>
            </a:br>
            <a:r>
              <a:rPr lang="en-US" dirty="0"/>
              <a:t>• Statistical analysis and hypothesis testing</a:t>
            </a:r>
          </a:p>
          <a:p>
            <a:endParaRPr lang="en-US" dirty="0"/>
          </a:p>
          <a:p>
            <a:r>
              <a:rPr lang="en-US" dirty="0"/>
              <a:t>Each task helped strengthen my understanding of </a:t>
            </a:r>
            <a:r>
              <a:rPr lang="en-US" b="1" dirty="0"/>
              <a:t>how data analysts process and analyze data to support business decisions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pic>
        <p:nvPicPr>
          <p:cNvPr id="5" name="Graphic 4" descr="Chevron arrows with solid fill">
            <a:extLst>
              <a:ext uri="{FF2B5EF4-FFF2-40B4-BE49-F238E27FC236}">
                <a16:creationId xmlns:a16="http://schemas.microsoft.com/office/drawing/2014/main" id="{C2B0B4C5-B5C2-E434-97BC-7BE38DFA21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8161" y="5406475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421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F6B52-4092-3157-9E2D-A694B0B97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C78DE-18F8-CA9C-6954-9C11979CC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027" y="1562582"/>
            <a:ext cx="10798773" cy="4614381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The dataset used in this internship contains information related to </a:t>
            </a:r>
            <a:r>
              <a:rPr lang="en-US" b="1" dirty="0"/>
              <a:t>sales transactions across different products, regions, and time periods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This dataset includes several attributes that allow detailed analysis of business performance and customer purchasing patterns.</a:t>
            </a:r>
          </a:p>
          <a:p>
            <a:endParaRPr lang="en-US" dirty="0"/>
          </a:p>
          <a:p>
            <a:r>
              <a:rPr lang="en-US" dirty="0"/>
              <a:t>Important columns in the dataset include:</a:t>
            </a:r>
          </a:p>
          <a:p>
            <a:endParaRPr lang="en-US" dirty="0"/>
          </a:p>
          <a:p>
            <a:r>
              <a:rPr lang="en-US" dirty="0"/>
              <a:t>• </a:t>
            </a:r>
            <a:r>
              <a:rPr lang="en-US" b="1" dirty="0"/>
              <a:t>Order Date</a:t>
            </a:r>
            <a:r>
              <a:rPr lang="en-US" dirty="0"/>
              <a:t> – Indicates the date when the transaction occurred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Product Category</a:t>
            </a:r>
            <a:r>
              <a:rPr lang="en-US" dirty="0"/>
              <a:t> – Represents the category of the product sold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Sales</a:t>
            </a:r>
            <a:r>
              <a:rPr lang="en-US" dirty="0"/>
              <a:t> – Total revenue generated from the transaction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Profit</a:t>
            </a:r>
            <a:r>
              <a:rPr lang="en-US" dirty="0"/>
              <a:t> – Net profit obtained from the sale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Quantity</a:t>
            </a:r>
            <a:r>
              <a:rPr lang="en-US" dirty="0"/>
              <a:t> – Number of units sold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Region and City</a:t>
            </a:r>
            <a:r>
              <a:rPr lang="en-US" dirty="0"/>
              <a:t> – Geographic information of the transaction</a:t>
            </a:r>
          </a:p>
          <a:p>
            <a:endParaRPr lang="en-US" dirty="0"/>
          </a:p>
          <a:p>
            <a:r>
              <a:rPr lang="en-US" dirty="0"/>
              <a:t>This dataset was analyzed using multiple analytical techniques to understand </a:t>
            </a:r>
            <a:r>
              <a:rPr lang="en-US" b="1" dirty="0"/>
              <a:t>sales performance, regional trends, and profitability patterns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3986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BB009-E94D-A7C5-E0F5-1D61E70D2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666" y="365125"/>
            <a:ext cx="11856333" cy="13255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Task 1 – Data Analysis using Excel &amp; Python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A3243-C88D-FF1D-557D-B6422FF8A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689" y="1825625"/>
            <a:ext cx="11505235" cy="435133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The first task focused on </a:t>
            </a:r>
            <a:r>
              <a:rPr lang="en-US" b="1" dirty="0"/>
              <a:t>initial data exploration and data preparation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 primary objective of this task was to understand the dataset structure and ensure that the data was clean and suitable for analysis.</a:t>
            </a:r>
          </a:p>
          <a:p>
            <a:endParaRPr lang="en-US" dirty="0"/>
          </a:p>
          <a:p>
            <a:r>
              <a:rPr lang="en-US" dirty="0"/>
              <a:t>The following steps were performed during this stage:</a:t>
            </a:r>
          </a:p>
          <a:p>
            <a:r>
              <a:rPr lang="en-US" dirty="0"/>
              <a:t>• Importing the dataset into Excel and Python environment</a:t>
            </a:r>
            <a:br>
              <a:rPr lang="en-US" dirty="0"/>
            </a:br>
            <a:r>
              <a:rPr lang="en-US" dirty="0"/>
              <a:t>• Identifying and handling missing values</a:t>
            </a:r>
            <a:br>
              <a:rPr lang="en-US" dirty="0"/>
            </a:br>
            <a:r>
              <a:rPr lang="en-US" dirty="0"/>
              <a:t>• Checking for duplicate records</a:t>
            </a:r>
            <a:br>
              <a:rPr lang="en-US" dirty="0"/>
            </a:br>
            <a:r>
              <a:rPr lang="en-US" dirty="0"/>
              <a:t>• Performing basic statistical analysis such as mean, median, and total values</a:t>
            </a:r>
            <a:br>
              <a:rPr lang="en-US" dirty="0"/>
            </a:br>
            <a:r>
              <a:rPr lang="en-US" dirty="0"/>
              <a:t>• Creating basic visualizations to understand data distribution</a:t>
            </a:r>
          </a:p>
          <a:p>
            <a:endParaRPr lang="en-US" dirty="0"/>
          </a:p>
          <a:p>
            <a:r>
              <a:rPr lang="en-US" dirty="0"/>
              <a:t>This task helped establish a strong foundation for further analysis by ensuring that the dataset was </a:t>
            </a:r>
            <a:r>
              <a:rPr lang="en-US" b="1" dirty="0"/>
              <a:t>accurate, clean, and well structured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5683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B4602-8DB2-A3C6-7B69-F74C02485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268919" cy="13255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Task 2 – Exploratory Data Analysis (EDA)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3E651-200B-6512-D32C-785614F0D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In this stage, detailed </a:t>
            </a:r>
            <a:r>
              <a:rPr lang="en-US" b="1" dirty="0"/>
              <a:t>exploratory data analysis</a:t>
            </a:r>
            <a:r>
              <a:rPr lang="en-US" dirty="0"/>
              <a:t> was conducted to uncover hidden patterns and relationships within the dataset.</a:t>
            </a:r>
          </a:p>
          <a:p>
            <a:endParaRPr lang="en-US" dirty="0"/>
          </a:p>
          <a:p>
            <a:r>
              <a:rPr lang="en-US" dirty="0"/>
              <a:t>EDA plays a critical role in understanding how different variables interact with each other and helps analysts generate meaningful insights.</a:t>
            </a:r>
          </a:p>
          <a:p>
            <a:endParaRPr lang="en-US" dirty="0"/>
          </a:p>
          <a:p>
            <a:r>
              <a:rPr lang="en-US" dirty="0"/>
              <a:t>The analysis included:</a:t>
            </a:r>
          </a:p>
          <a:p>
            <a:r>
              <a:rPr lang="en-US" dirty="0"/>
              <a:t>• Sales distribution across different product categories</a:t>
            </a:r>
            <a:br>
              <a:rPr lang="en-US" dirty="0"/>
            </a:br>
            <a:r>
              <a:rPr lang="en-US" dirty="0"/>
              <a:t>• Regional sales comparison</a:t>
            </a:r>
            <a:br>
              <a:rPr lang="en-US" dirty="0"/>
            </a:br>
            <a:r>
              <a:rPr lang="en-US" dirty="0"/>
              <a:t>• Monthly and yearly sales trends</a:t>
            </a:r>
            <a:br>
              <a:rPr lang="en-US" dirty="0"/>
            </a:br>
            <a:r>
              <a:rPr lang="en-US" dirty="0"/>
              <a:t>• Correlation analysis between sales, profit, and quantity</a:t>
            </a:r>
            <a:br>
              <a:rPr lang="en-US" dirty="0"/>
            </a:br>
            <a:r>
              <a:rPr lang="en-US" dirty="0"/>
              <a:t>• Visualization of key metrics using graphs and </a:t>
            </a:r>
            <a:r>
              <a:rPr lang="en-US" dirty="0" err="1"/>
              <a:t>chartsVarious</a:t>
            </a:r>
            <a:r>
              <a:rPr lang="en-US" dirty="0"/>
              <a:t> visualization techniques such as </a:t>
            </a:r>
            <a:r>
              <a:rPr lang="en-US" b="1" dirty="0"/>
              <a:t>bar charts, histograms, and correlation heatmaps</a:t>
            </a:r>
            <a:r>
              <a:rPr lang="en-US" dirty="0"/>
              <a:t> were used to better understand the underlying structure of the data.</a:t>
            </a:r>
          </a:p>
          <a:p>
            <a:r>
              <a:rPr lang="en-US" dirty="0"/>
              <a:t>This step helped identify key </a:t>
            </a:r>
            <a:r>
              <a:rPr lang="en-US" b="1" dirty="0"/>
              <a:t>trends, anomalies, and relationships</a:t>
            </a:r>
            <a:r>
              <a:rPr lang="en-US" dirty="0"/>
              <a:t> within the dataset.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0976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05CA1-FFA6-35F3-3113-0BBC7EFC6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76322" cy="13255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Task 3 – Interactive Power BI Dashboard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FEA2B-4E8F-4D07-517C-364EDDB9E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In this task, an </a:t>
            </a:r>
            <a:r>
              <a:rPr lang="en-US" b="1" dirty="0"/>
              <a:t>interactive Power BI dashboard</a:t>
            </a:r>
            <a:r>
              <a:rPr lang="en-US" dirty="0"/>
              <a:t> was developed to present the insights obtained from the dataset in a visually appealing and interactive format.</a:t>
            </a:r>
          </a:p>
          <a:p>
            <a:endParaRPr lang="en-US" dirty="0"/>
          </a:p>
          <a:p>
            <a:r>
              <a:rPr lang="en-US" dirty="0"/>
              <a:t>The dashboard was designed to allow users to explore the data dynamically and gain insights quickly.</a:t>
            </a:r>
          </a:p>
          <a:p>
            <a:endParaRPr lang="en-US" dirty="0"/>
          </a:p>
          <a:p>
            <a:r>
              <a:rPr lang="en-US" dirty="0"/>
              <a:t>Key features of the dashboard include:</a:t>
            </a:r>
          </a:p>
          <a:p>
            <a:r>
              <a:rPr lang="en-US" dirty="0"/>
              <a:t>• Visualization of sales performance across different product categories</a:t>
            </a:r>
            <a:br>
              <a:rPr lang="en-US" dirty="0"/>
            </a:br>
            <a:r>
              <a:rPr lang="en-US" dirty="0"/>
              <a:t>• Regional sales comparison using maps and charts</a:t>
            </a:r>
            <a:br>
              <a:rPr lang="en-US" dirty="0"/>
            </a:br>
            <a:r>
              <a:rPr lang="en-US" dirty="0"/>
              <a:t>• Profit analysis for different product segments</a:t>
            </a:r>
            <a:br>
              <a:rPr lang="en-US" dirty="0"/>
            </a:br>
            <a:r>
              <a:rPr lang="en-US" dirty="0"/>
              <a:t>• Monthly sales trends to identify seasonal patterns</a:t>
            </a:r>
            <a:br>
              <a:rPr lang="en-US" dirty="0"/>
            </a:br>
            <a:r>
              <a:rPr lang="en-US" dirty="0"/>
              <a:t>• Interactive filters and slicers for better data exploration</a:t>
            </a:r>
          </a:p>
          <a:p>
            <a:endParaRPr lang="en-US" dirty="0"/>
          </a:p>
          <a:p>
            <a:r>
              <a:rPr lang="en-US" dirty="0"/>
              <a:t>This dashboard demonstrates how </a:t>
            </a:r>
            <a:r>
              <a:rPr lang="en-US" b="1" dirty="0"/>
              <a:t>business intelligence tools can be used to convert complex datasets into clear and actionable visual insights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4256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8A548-C72A-2041-5793-693A26F33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535137" cy="13255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Task 4 – Hypothesis Testing using Python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7252A-61D8-36C8-4B53-721364BB4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The final analytical task involved performing </a:t>
            </a:r>
            <a:r>
              <a:rPr lang="en-US" b="1" dirty="0"/>
              <a:t>statistical hypothesis testing</a:t>
            </a:r>
            <a:r>
              <a:rPr lang="en-US" dirty="0"/>
              <a:t> to determine whether certain relationships within the dataset were statistically significant.</a:t>
            </a:r>
          </a:p>
          <a:p>
            <a:endParaRPr lang="en-US" dirty="0"/>
          </a:p>
          <a:p>
            <a:r>
              <a:rPr lang="en-US" dirty="0"/>
              <a:t>Hypothesis testing is an important statistical method used to validate assumptions about data.</a:t>
            </a:r>
          </a:p>
          <a:p>
            <a:endParaRPr lang="en-US" dirty="0"/>
          </a:p>
          <a:p>
            <a:r>
              <a:rPr lang="en-US" dirty="0"/>
              <a:t>The following steps were performed:</a:t>
            </a:r>
          </a:p>
          <a:p>
            <a:r>
              <a:rPr lang="en-US" dirty="0"/>
              <a:t>• Formulation of </a:t>
            </a:r>
            <a:r>
              <a:rPr lang="en-US" b="1" dirty="0"/>
              <a:t>null hypothesis (H0)</a:t>
            </a:r>
            <a:r>
              <a:rPr lang="en-US" dirty="0"/>
              <a:t> and </a:t>
            </a:r>
            <a:r>
              <a:rPr lang="en-US" b="1" dirty="0"/>
              <a:t>alternative hypothesis (H1)</a:t>
            </a:r>
            <a:br>
              <a:rPr lang="en-US" dirty="0"/>
            </a:br>
            <a:r>
              <a:rPr lang="en-US" dirty="0"/>
              <a:t>• Selection of an appropriate statistical test</a:t>
            </a:r>
            <a:br>
              <a:rPr lang="en-US" dirty="0"/>
            </a:br>
            <a:r>
              <a:rPr lang="en-US" dirty="0"/>
              <a:t>• Calculation of statistical values and p-values</a:t>
            </a:r>
            <a:br>
              <a:rPr lang="en-US" dirty="0"/>
            </a:br>
            <a:r>
              <a:rPr lang="en-US" dirty="0"/>
              <a:t>• Interpretation of results based on significance levels</a:t>
            </a:r>
          </a:p>
          <a:p>
            <a:endParaRPr lang="en-US" dirty="0"/>
          </a:p>
          <a:p>
            <a:r>
              <a:rPr lang="en-US" dirty="0"/>
              <a:t>Using Python libraries such as </a:t>
            </a:r>
            <a:r>
              <a:rPr lang="en-US" b="1" dirty="0" err="1"/>
              <a:t>Scipy</a:t>
            </a:r>
            <a:r>
              <a:rPr lang="en-US" b="1" dirty="0"/>
              <a:t> and Pandas</a:t>
            </a:r>
            <a:r>
              <a:rPr lang="en-US" dirty="0"/>
              <a:t>, statistical tests were applied to analyze relationships</a:t>
            </a:r>
          </a:p>
          <a:p>
            <a:r>
              <a:rPr lang="en-US" dirty="0"/>
              <a:t>between variables such as sales and categories.</a:t>
            </a:r>
          </a:p>
          <a:p>
            <a:r>
              <a:rPr lang="en-US" dirty="0"/>
              <a:t>The results helped determine whether observed differences in the data were due to </a:t>
            </a:r>
            <a:r>
              <a:rPr lang="en-US" b="1" dirty="0"/>
              <a:t>random variation or statistically significant factors</a:t>
            </a:r>
            <a:r>
              <a:rPr lang="en-US" dirty="0"/>
              <a:t>.</a:t>
            </a:r>
            <a:endParaRPr lang="en-US" b="1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1478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513CC-E357-C8C7-8354-08B272180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Tools and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ADA9A-9DB1-F7BD-F6FC-CF668BCDD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Throughout this internship, several analytical tools and technologies were used to perform data analysis and visualization.</a:t>
            </a:r>
          </a:p>
          <a:p>
            <a:endParaRPr lang="en-US" dirty="0"/>
          </a:p>
          <a:p>
            <a:r>
              <a:rPr lang="en-US" dirty="0"/>
              <a:t>These tools helped in handling large datasets, performing statistical analysis, and creating meaningful visualizations.</a:t>
            </a:r>
          </a:p>
          <a:p>
            <a:endParaRPr lang="en-US" dirty="0"/>
          </a:p>
          <a:p>
            <a:r>
              <a:rPr lang="en-US" dirty="0"/>
              <a:t>Key tools used include:</a:t>
            </a:r>
          </a:p>
          <a:p>
            <a:r>
              <a:rPr lang="en-US" dirty="0"/>
              <a:t>• </a:t>
            </a:r>
            <a:r>
              <a:rPr lang="en-US" b="1" dirty="0"/>
              <a:t>Python</a:t>
            </a:r>
            <a:r>
              <a:rPr lang="en-US" dirty="0"/>
              <a:t> – For data processing and analysis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Pandas &amp; NumPy</a:t>
            </a:r>
            <a:r>
              <a:rPr lang="en-US" dirty="0"/>
              <a:t> – For data manipulation and numerical operations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Matplotlib &amp; Seaborn</a:t>
            </a:r>
            <a:r>
              <a:rPr lang="en-US" dirty="0"/>
              <a:t> – For data visualization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Excel</a:t>
            </a:r>
            <a:r>
              <a:rPr lang="en-US" dirty="0"/>
              <a:t> – For basic data analysis and preprocessing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Power BI</a:t>
            </a:r>
            <a:r>
              <a:rPr lang="en-US" dirty="0"/>
              <a:t> – For creating interactive dashboards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SQL</a:t>
            </a:r>
            <a:r>
              <a:rPr lang="en-US" dirty="0"/>
              <a:t> – For querying and analyzing structured data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Google </a:t>
            </a:r>
            <a:r>
              <a:rPr lang="en-US" b="1" dirty="0" err="1"/>
              <a:t>Colab</a:t>
            </a:r>
            <a:r>
              <a:rPr lang="en-US" dirty="0"/>
              <a:t> – For executing Python notebooks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GitHub</a:t>
            </a:r>
            <a:r>
              <a:rPr lang="en-US" dirty="0"/>
              <a:t> – For version control and project portfolio management</a:t>
            </a:r>
          </a:p>
          <a:p>
            <a:endParaRPr lang="en-US" dirty="0"/>
          </a:p>
          <a:p>
            <a:r>
              <a:rPr lang="en-US" dirty="0"/>
              <a:t>These tools collectively helped in performing </a:t>
            </a:r>
            <a:r>
              <a:rPr lang="en-US" b="1" dirty="0"/>
              <a:t>end-to-end data analysis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8481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ACCA9-2F57-664E-519C-9B549273C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Skills Developed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52523-0A04-37B1-9575-489F85A73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This internship helped me develop several important skills required for a </a:t>
            </a:r>
            <a:r>
              <a:rPr lang="en-US" b="1" dirty="0"/>
              <a:t>Data Analyst role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 practical projects improved both my </a:t>
            </a:r>
            <a:r>
              <a:rPr lang="en-US" b="1" dirty="0"/>
              <a:t>technical and analytical capabilities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Key skills developed include:</a:t>
            </a:r>
          </a:p>
          <a:p>
            <a:endParaRPr lang="en-US" dirty="0"/>
          </a:p>
          <a:p>
            <a:r>
              <a:rPr lang="en-US" dirty="0"/>
              <a:t>• Data cleaning and preprocessing techniques</a:t>
            </a:r>
            <a:br>
              <a:rPr lang="en-US" dirty="0"/>
            </a:br>
            <a:r>
              <a:rPr lang="en-US" dirty="0"/>
              <a:t>• Exploratory data analysis and data interpretation</a:t>
            </a:r>
            <a:br>
              <a:rPr lang="en-US" dirty="0"/>
            </a:br>
            <a:r>
              <a:rPr lang="en-US" dirty="0"/>
              <a:t>• Data visualization and storytelling using dashboards</a:t>
            </a:r>
            <a:br>
              <a:rPr lang="en-US" dirty="0"/>
            </a:br>
            <a:r>
              <a:rPr lang="en-US" dirty="0"/>
              <a:t>• Statistical analysis and hypothesis testing</a:t>
            </a:r>
            <a:br>
              <a:rPr lang="en-US" dirty="0"/>
            </a:br>
            <a:r>
              <a:rPr lang="en-US" dirty="0"/>
              <a:t>• Python programming for data analysis</a:t>
            </a:r>
            <a:br>
              <a:rPr lang="en-US" dirty="0"/>
            </a:br>
            <a:r>
              <a:rPr lang="en-US" dirty="0"/>
              <a:t>• Business intelligence using Power BI</a:t>
            </a:r>
            <a:br>
              <a:rPr lang="en-US" dirty="0"/>
            </a:br>
            <a:r>
              <a:rPr lang="en-US" dirty="0"/>
              <a:t>• Data-driven decision making</a:t>
            </a:r>
          </a:p>
          <a:p>
            <a:endParaRPr lang="en-US" dirty="0"/>
          </a:p>
          <a:p>
            <a:r>
              <a:rPr lang="en-US" dirty="0"/>
              <a:t>These skills are essential for transforming raw data into </a:t>
            </a:r>
            <a:r>
              <a:rPr lang="en-US" b="1" dirty="0"/>
              <a:t>meaningful insights that support strategic decisions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9575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BB63F-3E22-0855-00AC-E5A6D9D51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47879-ADAA-C4C7-DDDB-504FC531F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This internship provided valuable hands-on experience in working with real-world datasets and applying modern data analytics techniques.</a:t>
            </a:r>
          </a:p>
          <a:p>
            <a:endParaRPr lang="en-US" dirty="0"/>
          </a:p>
          <a:p>
            <a:r>
              <a:rPr lang="en-US" dirty="0"/>
              <a:t>Through the completion of multiple analytical tasks, I gained practical knowledge in </a:t>
            </a:r>
            <a:r>
              <a:rPr lang="en-US" b="1" dirty="0"/>
              <a:t>data cleaning, exploratory data analysis, visualization, and statistical analysis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 projects completed during this internship demonstrate my ability to </a:t>
            </a:r>
            <a:r>
              <a:rPr lang="en-US" b="1" dirty="0"/>
              <a:t>analyze complex datasets, identify trends, and present insights in a clear and meaningful manner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Overall, this experience strengthened my understanding of the </a:t>
            </a:r>
            <a:r>
              <a:rPr lang="en-US" b="1" dirty="0"/>
              <a:t>data analytics lifecycle and the role of data in supporting business decisions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3028787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E3B30"/>
      </a:dk2>
      <a:lt2>
        <a:srgbClr val="FFDB82"/>
      </a:lt2>
      <a:accent1>
        <a:srgbClr val="F0A22E"/>
      </a:accent1>
      <a:accent2>
        <a:srgbClr val="E4D9B2"/>
      </a:accent2>
      <a:accent3>
        <a:srgbClr val="AA986C"/>
      </a:accent3>
      <a:accent4>
        <a:srgbClr val="8FB977"/>
      </a:accent4>
      <a:accent5>
        <a:srgbClr val="778F9F"/>
      </a:accent5>
      <a:accent6>
        <a:srgbClr val="8A6087"/>
      </a:accent6>
      <a:hlink>
        <a:srgbClr val="AD1F1F"/>
      </a:hlink>
      <a:folHlink>
        <a:srgbClr val="FFC42F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C473073F-34A4-486A-BBA1-2A70AE921E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66</TotalTime>
  <Words>1104</Words>
  <Application>Microsoft Office PowerPoint</Application>
  <PresentationFormat>Widescreen</PresentationFormat>
  <Paragraphs>90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Corbel</vt:lpstr>
      <vt:lpstr>Depth</vt:lpstr>
      <vt:lpstr>Final portfolio presentation</vt:lpstr>
      <vt:lpstr>Internship Overview</vt:lpstr>
      <vt:lpstr>Dataset Overview</vt:lpstr>
      <vt:lpstr>Task 1 – Data Analysis using Excel &amp; Python</vt:lpstr>
      <vt:lpstr>Task 2 – Exploratory Data Analysis (EDA)</vt:lpstr>
      <vt:lpstr>Task 3 – Interactive Power BI Dashboard</vt:lpstr>
      <vt:lpstr>Task 4 – Hypothesis Testing using Python</vt:lpstr>
      <vt:lpstr>Tools and Technologies Used</vt:lpstr>
      <vt:lpstr>Key Skills Developed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Ramakrishna Thalluri</dc:creator>
  <cp:lastModifiedBy>Ramakrishna Thalluri</cp:lastModifiedBy>
  <cp:revision>1</cp:revision>
  <dcterms:created xsi:type="dcterms:W3CDTF">2026-03-06T05:27:01Z</dcterms:created>
  <dcterms:modified xsi:type="dcterms:W3CDTF">2026-03-06T06:33:23Z</dcterms:modified>
</cp:coreProperties>
</file>